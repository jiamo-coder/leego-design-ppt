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先讲管理问题，不从功能清单开始。
这是一份完全脱敏的演示。
所有数字均为示例口径。
先看为什么现有链路难以形成行动。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用三句话建立全局框架。
统一语言比新增报表更重要。
行动和治理必须与能力同时设计。
这些问题在当前链路中如何出现？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把问题从个人效率上升为系统连接问题。
因此，平台需要重构证据流，而不是堆叠入口。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给后续架构建立评判标准。
原则将落到一套分层架构。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解释产品边界和系统责任。
分层能力通过同一条数据流协同。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强调可解释和可追溯。
有了数据流，还需要明确人的责任。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避免把 AI 能力描述成无边界自动化。
治理边界将进入日常流程。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把抽象架构放进真实节奏。
落地应从小范围、可验证场景开始。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把项目拆成可以停止或继续的决策阶段。
每一阶段都需要明确的验收指标。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示范指标写法与边界。
数字是示例，不应用作真实承诺。
最后回到本次需要批准的决定。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以可批准的动作结束，而非泛化愿景。
进入讨论与确认。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96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FE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ANONYMIZED LEADERSHIP BRIEF /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85800" y="1905000"/>
            <a:ext cx="1047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让成长证据进入每一次教学决策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685800" y="4191000"/>
            <a:ext cx="100012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FE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一套面向管理者、教师与学生的 AI 成长平台叙事示例。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685800" y="5810250"/>
            <a:ext cx="2000250" cy="571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EXECUTIVE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真正缺少的不是数据，而是共同的判断语言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2047875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不同角色拥有碎片信息，却缺少统一证据、清晰责任和连续反馈。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858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证据统一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把过程、作品与反馈放进同一成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长语境。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3942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42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942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行动可见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942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每次判断都对应下一步建议和责任人。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81026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26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026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边界清楚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026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提供辅助，不替代教师专业判断。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CURRENT FRICTION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每个角色都很努力，证据却没有连成闭环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800" y="2333625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86025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管理者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152775"/>
            <a:ext cx="5257800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看见结果，难以定位过程中的关键变量。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6248400" y="2333625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8400" y="2486025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教师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48400" y="3152775"/>
            <a:ext cx="5257800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记录分散，复盘成本高，建议难以持续跟进。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685800" y="4233863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86263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5053013"/>
            <a:ext cx="5257800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收到评价，却不总能理解下一步怎样改进。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248400" y="4233863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8400" y="4386263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家长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8400" y="5053013"/>
            <a:ext cx="5257800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信息频繁，但缺少连续、可解释的成长线索。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四条原则约束产品，也约束 AI 的角色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800" y="2333625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86025"/>
            <a:ext cx="5257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057525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证据先于结论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724275"/>
            <a:ext cx="52578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每条判断可回到原始材料与形成过程。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248400" y="2333625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400" y="2486025"/>
            <a:ext cx="5257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248400" y="3057525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建议必须可行动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48400" y="3724275"/>
            <a:ext cx="52578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建议包含对象、时点、责任与复核方式。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85800" y="4233863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386263"/>
            <a:ext cx="5257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5800" y="4957763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人保留最终判断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624513"/>
            <a:ext cx="52578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高影响决定由授权角色确认。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248400" y="4233863"/>
            <a:ext cx="52578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8400" y="4386263"/>
            <a:ext cx="5257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48400" y="4957763"/>
            <a:ext cx="5257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最少必要数据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48400" y="5624513"/>
            <a:ext cx="5257800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只收集完成任务所需的信息。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四层能力把原始活动转成可执行的成长建议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800" y="2333625"/>
            <a:ext cx="38100" cy="759619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50" y="2333625"/>
            <a:ext cx="25717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 触点层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714750" y="2333625"/>
            <a:ext cx="77914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任务、作品、观察、对话与反馈。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3226594"/>
            <a:ext cx="38100" cy="759619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5350" y="3226594"/>
            <a:ext cx="25717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 证据层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714750" y="3226594"/>
            <a:ext cx="77914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结构化、去重、关联与可信度标记。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4119562"/>
            <a:ext cx="38100" cy="759619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50" y="4119562"/>
            <a:ext cx="25717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 智能层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3714750" y="4119562"/>
            <a:ext cx="77914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总结、对照、提示与风险识别。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5012531"/>
            <a:ext cx="38100" cy="759619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350" y="5012531"/>
            <a:ext cx="25717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 行动层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714750" y="5012531"/>
            <a:ext cx="779145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建议、确认、执行、复核与复盘。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EVIDENCE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每条建议都能回到来源、过程与确认人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2047875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采集、整理、分析、建议、确认、执行、复核构成完整链路。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85800" y="2952750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0515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输入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771900"/>
            <a:ext cx="24765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学习活动与授权资料。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3467100" y="2952750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100" y="310515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处理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67100" y="3771900"/>
            <a:ext cx="24765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结构化证据与形成解释。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6248400" y="2952750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8400" y="310515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输出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48400" y="3771900"/>
            <a:ext cx="24765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分角色呈现下一步行动。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029700" y="2952750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9700" y="310515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控制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29700" y="3771900"/>
            <a:ext cx="24765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权限、留痕、复核与撤回。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HUMAN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负责发现线索，人负责解释与决定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800" y="2333625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86025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可以做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152775"/>
            <a:ext cx="3403600" cy="275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整理、归纳、对照、提示异常与生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成草案。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4394200" y="2333625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4200" y="2486025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必须人工确认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94200" y="3152775"/>
            <a:ext cx="3403600" cy="275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评价结论、资源调整、权益影响与对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外沟通。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8102600" y="2333625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2600" y="2486025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系统必须记录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02600" y="3152775"/>
            <a:ext cx="3403600" cy="275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来源、版本、修改、确认、撤回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与访问。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WEEKLY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一个教学周完成一次轻量的证据闭环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800" y="2333625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86025"/>
            <a:ext cx="2476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057525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设定目标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724275"/>
            <a:ext cx="24765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确认本周观察重点和任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务证据。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3467100" y="2333625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100" y="2486025"/>
            <a:ext cx="2476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WED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67100" y="3057525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形成线索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67100" y="3724275"/>
            <a:ext cx="24765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聚合过程材料，生成待确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认提示。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248400" y="2333625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8400" y="2486025"/>
            <a:ext cx="2476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FRI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48400" y="3057525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讨论行动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8400" y="3724275"/>
            <a:ext cx="24765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教师确认建议并分配跟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进行动。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029700" y="2333625"/>
            <a:ext cx="24765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9700" y="2486025"/>
            <a:ext cx="2476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029700" y="3057525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复核变化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29700" y="3724275"/>
            <a:ext cx="24765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下一周期验证行动是否产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生改善。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DELIVERY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先验证闭环，再扩展能力和覆盖范围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800" y="2333625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86025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057525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单场景验证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724275"/>
            <a:ext cx="34036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选一个高频任务，验证证据和行动链。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4394200" y="2333625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4200" y="2486025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394200" y="3057525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跨角色协同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94200" y="3724275"/>
            <a:ext cx="34036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连通管理者、教师与学生视图。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102600" y="2333625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2600" y="2486025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102600" y="3057525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治理与规模化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02600" y="3724275"/>
            <a:ext cx="3403600" cy="218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固化权限、指标、培训与审计机制。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MEASUREMENT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成功不以使用次数衡量，而看闭环质量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2047875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以下仅为示例指标定义，不代表真实项目数据。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858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≥80%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证据可追溯率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建议能定位到原始材料的比例。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3942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42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≤2d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942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行动确认时长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942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从提示产生到责任人确认的时间。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81026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26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026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高影响人工确认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026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涉及权益的结论全部由授权人员确认。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00050"/>
            <a:ext cx="10287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DECISION REQUIRED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批准一个边界清楚、可验证的闭环试点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85800" y="2047875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先选定单一场景、责任团队和验收口径，再决定是否扩大投入。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858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确定场景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选择高频、证据可得、影响可控</a:t>
            </a:r>
            <a:endParaRPr lang="en-US" sz="157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的任务。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3942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42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3942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确定责任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942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明确业务、产品、技术与合规负责人。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8102600" y="2952750"/>
            <a:ext cx="3403600" cy="1905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2600" y="3105150"/>
            <a:ext cx="34036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546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02600" y="3676650"/>
            <a:ext cx="340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确定复盘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02600" y="4343400"/>
            <a:ext cx="34036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7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约定继续、调整或停止的判断标准。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让成长证据进入每一次教学决策</dc:title>
  <dc:subject>项目决策汇报</dc:subject>
  <dc:creator>Leego Design PPT</dc:creator>
  <cp:lastModifiedBy>Leego Design PPT</cp:lastModifiedBy>
  <cp:revision>1</cp:revision>
  <dcterms:created xsi:type="dcterms:W3CDTF">2026-10-25T05:04:47Z</dcterms:created>
  <dcterms:modified xsi:type="dcterms:W3CDTF">2026-10-25T05:04:47Z</dcterms:modified>
</cp:coreProperties>
</file>