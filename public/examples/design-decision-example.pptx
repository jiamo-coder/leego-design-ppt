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Source Han Sans SC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Source Han Sans SC"/>
              </a:rPr>
              <a:t>示例季度 · 万元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6546FF"/>
            </a:solidFill>
            <a:ln w="25400" cap="flat">
              <a:solidFill>
                <a:srgbClr val="6546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546FF"/>
              </a:solidFill>
              <a:ln w="9525" cap="flat">
                <a:solidFill>
                  <a:srgbClr val="6546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第一季度</c:v>
                  </c:pt>
                  <c:pt idx="1">
                    <c:v>第二季度</c:v>
                  </c:pt>
                  <c:pt idx="2">
                    <c:v>第三季度</c:v>
                  </c:pt>
                  <c:pt idx="3">
                    <c:v>第四季度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45</c:v>
                </c:pt>
                <c:pt idx="2">
                  <c:v>50</c:v>
                </c:pt>
                <c:pt idx="3">
                  <c:v>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Source Han Sans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Source Han Sans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Source Han Sans SC"/>
              <a:cs typeface="Source Han Sans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合成测试数据，仅用于设计比较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合成测试数据，仅用于设计比较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季度收入持续增长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同一组数据：展示时间变化，而非四个孤立数字。</a:t>
            </a:r>
            <a:endParaRPr lang="en-US" sz="1725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2952750"/>
          <a:ext cx="10820400" cy="29527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134100"/>
            <a:ext cx="1019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合成测试数据，仅用于设计比较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19150"/>
            <a:ext cx="1082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三层职责需要清晰分开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85800" y="2047875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25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同样的内容，通过层级关系展示职责。</a:t>
            </a:r>
            <a:endParaRPr lang="en-US" sz="1725" dirty="0"/>
          </a:p>
        </p:txBody>
      </p:sp>
      <p:sp>
        <p:nvSpPr>
          <p:cNvPr id="4" name="Shape 2"/>
          <p:cNvSpPr/>
          <p:nvPr/>
        </p:nvSpPr>
        <p:spPr>
          <a:xfrm>
            <a:off x="685800" y="2952750"/>
            <a:ext cx="38100" cy="85090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350" y="2952750"/>
            <a:ext cx="25717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数据层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714750" y="2952750"/>
            <a:ext cx="77914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统一数据口径与来源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3937000"/>
            <a:ext cx="38100" cy="85090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5350" y="3937000"/>
            <a:ext cx="25717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应用层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714750" y="3937000"/>
            <a:ext cx="77914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承载业务操作与规则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685800" y="4921250"/>
            <a:ext cx="38100" cy="850900"/>
          </a:xfrm>
          <a:prstGeom prst="rect">
            <a:avLst/>
          </a:prstGeom>
          <a:solidFill>
            <a:srgbClr val="6546FF"/>
          </a:solidFill>
          <a:ln w="12700">
            <a:solidFill>
              <a:srgbClr val="6546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5350" y="4921250"/>
            <a:ext cx="25717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10132E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治理层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714750" y="4921250"/>
            <a:ext cx="779145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管理权限与异常追踪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85800" y="6134100"/>
            <a:ext cx="1019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合成测试数据，仅用于设计比较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6625" y="6391275"/>
            <a:ext cx="42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08A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ans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同题设计比较</dc:title>
  <dc:subject>比较趋势和职责的表达方式</dc:subject>
  <dc:creator>Leego Design PPT</dc:creator>
  <cp:lastModifiedBy>Leego Design PPT</cp:lastModifiedBy>
  <cp:revision>1</cp:revision>
  <dcterms:created xsi:type="dcterms:W3CDTF">2026-10-25T05:24:33Z</dcterms:created>
  <dcterms:modified xsi:type="dcterms:W3CDTF">2026-10-25T05:24:33Z</dcterms:modified>
</cp:coreProperties>
</file>